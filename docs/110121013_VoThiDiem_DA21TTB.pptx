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Calistoga" charset="1" panose="000005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42469" y="0"/>
            <a:ext cx="5416831" cy="12022429"/>
            <a:chOff x="0" y="0"/>
            <a:chExt cx="2858770" cy="6344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03496" t="0" r="-1296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7109187"/>
            <a:ext cx="1028700" cy="3177813"/>
            <a:chOff x="0" y="0"/>
            <a:chExt cx="812800" cy="25108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7109187"/>
            <a:ext cx="11842469" cy="3177813"/>
            <a:chOff x="0" y="0"/>
            <a:chExt cx="9357013" cy="251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57013" cy="2510865"/>
            </a:xfrm>
            <a:custGeom>
              <a:avLst/>
              <a:gdLst/>
              <a:ahLst/>
              <a:cxnLst/>
              <a:rect r="r" b="b" t="t" l="l"/>
              <a:pathLst>
                <a:path h="2510865" w="9357013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0"/>
            <a:ext cx="1028700" cy="10287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609914" y="0"/>
            <a:ext cx="1694792" cy="10287000"/>
            <a:chOff x="0" y="0"/>
            <a:chExt cx="446365" cy="2709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53887" y="786854"/>
            <a:ext cx="1977164" cy="197716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58241" y="3842657"/>
            <a:ext cx="8795646" cy="303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</a:pPr>
            <a:r>
              <a:rPr lang="en-US" sz="10400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THANKS FOR</a:t>
            </a:r>
          </a:p>
          <a:p>
            <a:pPr algn="l">
              <a:lnSpc>
                <a:spcPts val="11960"/>
              </a:lnSpc>
            </a:pPr>
            <a:r>
              <a:rPr lang="en-US" sz="10400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 LISTENING!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484493" y="9014056"/>
            <a:ext cx="2545888" cy="254588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DAGq5p09tCQ</dc:identifier>
  <dcterms:modified xsi:type="dcterms:W3CDTF">2011-08-01T06:04:30Z</dcterms:modified>
  <cp:revision>1</cp:revision>
  <dc:title>Bản sao của White Blue Simple Modern Business Proposal Pitch Deck Presentation Design</dc:title>
</cp:coreProperties>
</file>